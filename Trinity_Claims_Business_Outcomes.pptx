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2926080" cy="2926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TRINITY MILITARY CLAIMS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Claims Intake &amp; Processing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4015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Pega Infinity 25.1.3  •  Constellation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926080" cy="502920"/>
          </a:xfrm>
          <a:prstGeom prst="rect">
            <a:avLst>
              <a:gd name="adj" fmla="val 14545"/>
            </a:avLst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60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MVP1 DELIVERED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 &amp; Benefits  |  Stakeholder Briefing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Challenge: A Manual, Slow Claims Journey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today depends on phone calls and emails with a shared claim-handler mailbox — followed by fully manual case creation and manual policy assessment.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240280"/>
            <a:ext cx="822960" cy="822960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690" y="24377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0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/ Email DL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 contacts a shared handler mailbox or phone 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72968" y="338328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10712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5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4302252" y="2240280"/>
            <a:ext cx="822960" cy="822960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762" y="243779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13832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47872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&amp; Forth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93592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exchanges needed just to gather full claim details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035040" y="338328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72784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5F6F8"/>
          </a:solidFill>
          <a:ln/>
        </p:spPr>
      </p:sp>
      <p:sp>
        <p:nvSpPr>
          <p:cNvPr id="19" name="Shape 15"/>
          <p:cNvSpPr/>
          <p:nvPr/>
        </p:nvSpPr>
        <p:spPr>
          <a:xfrm>
            <a:off x="7164324" y="2240280"/>
            <a:ext cx="822960" cy="822960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834" y="243779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75904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9944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Case Entry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55664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manually keys everything into Libra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897112" y="338328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134856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5F6F8"/>
          </a:solidFill>
          <a:ln/>
        </p:spPr>
      </p:sp>
      <p:sp>
        <p:nvSpPr>
          <p:cNvPr id="26" name="Shape 21"/>
          <p:cNvSpPr/>
          <p:nvPr/>
        </p:nvSpPr>
        <p:spPr>
          <a:xfrm>
            <a:off x="10026396" y="2240280"/>
            <a:ext cx="822960" cy="822960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906" y="2437790"/>
            <a:ext cx="427939" cy="42793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237976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272016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Assessment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317736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schedule &amp; wording checked manually against claim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slow turnaround, inconsistent handling, and heavy manual load on claim handlers.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Military Claims  |  Digital Claims Platform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Built: A Self-Service Digital Front Door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talktotrinity.com, claimants (or an authorised spouse/dependent) now complete a guided 4-screen intake form — fully accessible across web, tablet, and mobile, and WCAG-compliant.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Details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0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0" y="2880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46520" y="2880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Affected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0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235440" y="2880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114800"/>
            <a:ext cx="548640" cy="5486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4246474"/>
            <a:ext cx="285293" cy="28529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71600" y="41148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self-service — no login barrier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72200" y="4114800"/>
            <a:ext cx="548640" cy="5486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874" y="4246474"/>
            <a:ext cx="285293" cy="28529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58000" y="41148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on Web, Tablet &amp; Mobile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85800" y="4983480"/>
            <a:ext cx="548640" cy="5486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5115154"/>
            <a:ext cx="285293" cy="28529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71600" y="49834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policyholder, spouse, dependent or authorised rep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172200" y="4983480"/>
            <a:ext cx="548640" cy="5486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874" y="5115154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0" y="49834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WCAG-compliant, fully accessible design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Military Claims  |  Digital Claims Platform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Submission to Case-Ready — Fully Automated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claim is submitted, six automated steps run with zero human intervention: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8452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099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08760" y="1947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claim checked against key fields to catch duplicates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5087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169164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179" y="18452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7099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257800" y="1947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 Email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26280" y="27432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confirmation sent to the claimant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15087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169164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219" y="184525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6840" y="17099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006840" y="1947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Analysis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75320" y="27432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Damaged-item evidence auto-analysed; output saved to case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0690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25196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440557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2702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508760" y="45079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Trinity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77240" y="53035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Auto-email to Trinity with claim details, requesting policy schedule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297680" y="40690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80560" y="425196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179" y="4405579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57800" y="42702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257800" y="45079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 &amp; Extract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526280" y="53035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waits for Trinity's reply; policy document auto-extracted on receipt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046720" y="40690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29600" y="425196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219" y="4405579"/>
            <a:ext cx="332842" cy="33284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006840" y="42702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9006840" y="45079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 Reference Logged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275320" y="53035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enters case in Libra and logs the Libra ID for traceability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Military Claims  |  Digital Claims Platform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After: The Impact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9E3B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MANUAL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46520" y="109728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2E7D42"/>
          </a:solidFill>
          <a:ln/>
        </p:spPr>
      </p:sp>
      <p:sp>
        <p:nvSpPr>
          <p:cNvPr id="6" name="Text 4"/>
          <p:cNvSpPr/>
          <p:nvPr/>
        </p:nvSpPr>
        <p:spPr>
          <a:xfrm>
            <a:off x="6446520" y="1097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PEGA PLATFORM (MVP1)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0789920" cy="841248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184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initiation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928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email to a shared DL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1618488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web portal, 24/7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078992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328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072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no pre-analysis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532888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analysis auto-generated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10789920" cy="841248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472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schedule request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7216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email, manually tracked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447288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Auto-triggered, case auto-waits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078992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616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reading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360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interpreted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4361688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document extraction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0789920" cy="841248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2760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5504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if at all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5276088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 submission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Military Claims  |  Digital Claims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Benefits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F3864"/>
          </a:solidFill>
          <a:ln/>
        </p:spPr>
      </p:sp>
      <p:sp>
        <p:nvSpPr>
          <p:cNvPr id="4" name="Shape 2"/>
          <p:cNvSpPr/>
          <p:nvPr/>
        </p:nvSpPr>
        <p:spPr>
          <a:xfrm>
            <a:off x="1943100" y="1440180"/>
            <a:ext cx="777240" cy="7772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638" y="162671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Access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77063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Claimants raise claims anytime, any device — no waiting on phone or email.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234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F3864"/>
          </a:solidFill>
          <a:ln/>
        </p:spPr>
      </p:sp>
      <p:sp>
        <p:nvSpPr>
          <p:cNvPr id="9" name="Shape 6"/>
          <p:cNvSpPr/>
          <p:nvPr/>
        </p:nvSpPr>
        <p:spPr>
          <a:xfrm>
            <a:off x="5737860" y="1440180"/>
            <a:ext cx="777240" cy="7772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398" y="162671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Effort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0" y="277063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checks, acknowledgements &amp; evidence review run automatically.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234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F3864"/>
          </a:solidFill>
          <a:ln/>
        </p:spPr>
      </p:sp>
      <p:sp>
        <p:nvSpPr>
          <p:cNvPr id="14" name="Shape 10"/>
          <p:cNvSpPr/>
          <p:nvPr/>
        </p:nvSpPr>
        <p:spPr>
          <a:xfrm>
            <a:off x="9532620" y="1440180"/>
            <a:ext cx="777240" cy="7772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158" y="162671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Claimant Experience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66760" y="277063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acknowledgement; simple, accessible, inclusive design.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F3864"/>
          </a:solidFill>
          <a:ln/>
        </p:spPr>
      </p:sp>
      <p:sp>
        <p:nvSpPr>
          <p:cNvPr id="19" name="Shape 14"/>
          <p:cNvSpPr/>
          <p:nvPr/>
        </p:nvSpPr>
        <p:spPr>
          <a:xfrm>
            <a:off x="1943100" y="4046220"/>
            <a:ext cx="777240" cy="7772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638" y="4232758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" y="4983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Assessment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77240" y="53766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evidence analysis &amp; auto policy extraction speed up decisions.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43400" y="384048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F3864"/>
          </a:solidFill>
          <a:ln/>
        </p:spPr>
      </p:sp>
      <p:sp>
        <p:nvSpPr>
          <p:cNvPr id="24" name="Shape 18"/>
          <p:cNvSpPr/>
          <p:nvPr/>
        </p:nvSpPr>
        <p:spPr>
          <a:xfrm>
            <a:off x="5737860" y="4046220"/>
            <a:ext cx="777240" cy="7772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398" y="4232758"/>
            <a:ext cx="404165" cy="4041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26280" y="4983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72000" y="53766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of record — every claim, email trigger &amp; doc tracked.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38160" y="384048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F3864"/>
          </a:solidFill>
          <a:ln/>
        </p:spPr>
      </p:sp>
      <p:sp>
        <p:nvSpPr>
          <p:cNvPr id="29" name="Shape 22"/>
          <p:cNvSpPr/>
          <p:nvPr/>
        </p:nvSpPr>
        <p:spPr>
          <a:xfrm>
            <a:off x="9532620" y="4046220"/>
            <a:ext cx="777240" cy="7772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9158" y="4232758"/>
            <a:ext cx="404165" cy="40416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21040" y="4983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Platform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366760" y="53766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extend into Libra integration &amp; AI-driven decisioning.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Military Claims  |  Digital Claims Platform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Completing the Claims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MVP1 automates intake. The next phases remove remaining manual work end-to-end.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30936" y="1609344"/>
            <a:ext cx="658368" cy="658368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944" y="1767352"/>
            <a:ext cx="342351" cy="3423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60120" y="2267712"/>
            <a:ext cx="0" cy="603504"/>
          </a:xfrm>
          <a:prstGeom prst="line">
            <a:avLst/>
          </a:prstGeom>
          <a:noFill/>
          <a:ln w="25400">
            <a:solidFill>
              <a:srgbClr val="D9E2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08760" y="15544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In-Case Email Inbox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15544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&amp; receive claimant / Trinity emails directly within the case — like a built-in inbox.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" y="2542032"/>
            <a:ext cx="658368" cy="658368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44" y="2700040"/>
            <a:ext cx="342351" cy="34235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60120" y="3200400"/>
            <a:ext cx="0" cy="603504"/>
          </a:xfrm>
          <a:prstGeom prst="line">
            <a:avLst/>
          </a:prstGeom>
          <a:noFill/>
          <a:ln w="25400">
            <a:solidFill>
              <a:srgbClr val="D9E2F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508760" y="24871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Libra Integration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77840" y="2487168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sends claim data to Libra automatically — no manual re-keying.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" y="3474720"/>
            <a:ext cx="658368" cy="658368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44" y="3632728"/>
            <a:ext cx="342351" cy="3423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60120" y="4133088"/>
            <a:ext cx="0" cy="603504"/>
          </a:xfrm>
          <a:prstGeom prst="line">
            <a:avLst/>
          </a:prstGeom>
          <a:noFill/>
          <a:ln w="25400">
            <a:solidFill>
              <a:srgbClr val="D9E2F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508760" y="3419856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Next-Best-Action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577840" y="3419856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claim vs. policy schedule/wordings to recommend an outcome; handler stays in control.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" y="4407408"/>
            <a:ext cx="658368" cy="658368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44" y="4565416"/>
            <a:ext cx="342351" cy="34235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60120" y="5065776"/>
            <a:ext cx="0" cy="603504"/>
          </a:xfrm>
          <a:prstGeom prst="line">
            <a:avLst/>
          </a:prstGeom>
          <a:noFill/>
          <a:ln w="25400">
            <a:solidFill>
              <a:srgbClr val="D9E2F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508760" y="435254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Email Channel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77840" y="4352544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Claimants can email in claim details; a case is created and adjusted as needed.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30936" y="5340096"/>
            <a:ext cx="658368" cy="658368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44" y="5498104"/>
            <a:ext cx="342351" cy="342351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60120" y="5998464"/>
            <a:ext cx="0" cy="0"/>
          </a:xfrm>
          <a:prstGeom prst="line">
            <a:avLst/>
          </a:prstGeom>
          <a:noFill/>
          <a:ln w="25400">
            <a:solidFill>
              <a:srgbClr val="D9E2F3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508760" y="528523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AI Decisioning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577840" y="5285232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AI capabilities to help handlers decide faster and more consistently.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Military Claims  |  Digital Claims Platform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Each Stakeholder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1F386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2606040" cy="411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805940"/>
            <a:ext cx="777240" cy="7772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9578" y="19924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Self-service, always-available submission; instant acknowledgement; accessible on any device.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13716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0712" y="13716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1F3864"/>
          </a:solidFill>
          <a:ln/>
        </p:spPr>
      </p:sp>
      <p:sp>
        <p:nvSpPr>
          <p:cNvPr id="12" name="Shape 9"/>
          <p:cNvSpPr/>
          <p:nvPr/>
        </p:nvSpPr>
        <p:spPr>
          <a:xfrm>
            <a:off x="3410712" y="1783080"/>
            <a:ext cx="2606040" cy="411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5112" y="1805940"/>
            <a:ext cx="777240" cy="7772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650" y="1992478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47872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Handlers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39312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pre-validated cases — more time on assessment, less on admin.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72784" y="13716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72784" y="13716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1F3864"/>
          </a:solidFill>
          <a:ln/>
        </p:spPr>
      </p:sp>
      <p:sp>
        <p:nvSpPr>
          <p:cNvPr id="19" name="Shape 15"/>
          <p:cNvSpPr/>
          <p:nvPr/>
        </p:nvSpPr>
        <p:spPr>
          <a:xfrm>
            <a:off x="6272784" y="1783080"/>
            <a:ext cx="2606040" cy="411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Shape 16"/>
          <p:cNvSpPr/>
          <p:nvPr/>
        </p:nvSpPr>
        <p:spPr>
          <a:xfrm>
            <a:off x="7187184" y="1805940"/>
            <a:ext cx="777240" cy="7772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722" y="1992478"/>
            <a:ext cx="404165" cy="4041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9944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(Underwriter)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501384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Standardised, automated, trackable requests for policy schedule &amp; confirmation.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9134856" y="13716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134856" y="137160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1F3864"/>
          </a:solidFill>
          <a:ln/>
        </p:spPr>
      </p:sp>
      <p:sp>
        <p:nvSpPr>
          <p:cNvPr id="26" name="Shape 21"/>
          <p:cNvSpPr/>
          <p:nvPr/>
        </p:nvSpPr>
        <p:spPr>
          <a:xfrm>
            <a:off x="9134856" y="1783080"/>
            <a:ext cx="2606040" cy="411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7" name="Shape 22"/>
          <p:cNvSpPr/>
          <p:nvPr/>
        </p:nvSpPr>
        <p:spPr>
          <a:xfrm>
            <a:off x="10049256" y="1805940"/>
            <a:ext cx="777240" cy="7772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5794" y="1992478"/>
            <a:ext cx="404165" cy="40416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72016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363456" y="32918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digital system of record, faster turnaround, and a scalable platform for AI investment.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Military Claims  |  Digital Claims Platform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Process to Digital Claims Journey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MVP1 has replaced manual intake with a self-service, automated, accessible digital front door. The roadmap ahead brings full Libra integration, in-case communication, and AI-driven decision support — moving Trinity Military Claims towards a fully digital, efficient, and consistent end-to-end claims journey.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06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2026-08-24T07:44:19Z</dcterms:created>
  <dcterms:modified xsi:type="dcterms:W3CDTF">2026-08-24T07:44:19Z</dcterms:modified>
</cp:coreProperties>
</file>